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algn="ctr">
              <a:spcBef>
                <a:spcPts val="0"/>
              </a:spcBef>
              <a:buSzTx/>
              <a:buFontTx/>
              <a:buNone/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0" indent="0" algn="ctr">
              <a:spcBef>
                <a:spcPts val="0"/>
              </a:spcBef>
              <a:buSzTx/>
              <a:buFontTx/>
              <a:buNone/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pPr>
          </a:p>
          <a:p>
            <a:pPr marL="0" indent="0" algn="ctr">
              <a:spcBef>
                <a:spcPts val="0"/>
              </a:spcBef>
              <a:buSzTx/>
              <a:buFontTx/>
              <a:buNone/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GiftNestCo – Git &amp; GitHub Group Activity</a:t>
            </a:r>
          </a:p>
        </p:txBody>
      </p:sp>
      <p:pic>
        <p:nvPicPr>
          <p:cNvPr id="9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95287" y="16357"/>
            <a:ext cx="2257826" cy="62923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Rectangle 4"/>
          <p:cNvSpPr/>
          <p:nvPr/>
        </p:nvSpPr>
        <p:spPr>
          <a:xfrm>
            <a:off x="-34539" y="6541581"/>
            <a:ext cx="12188953" cy="339215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extBox 5"/>
          <p:cNvSpPr txBox="1"/>
          <p:nvPr/>
        </p:nvSpPr>
        <p:spPr>
          <a:xfrm>
            <a:off x="11018519" y="6309359"/>
            <a:ext cx="421889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Project Overview</a:t>
            </a:r>
          </a:p>
        </p:txBody>
      </p:sp>
      <p:sp>
        <p:nvSpPr>
          <p:cNvPr id="100" name="TextBox 4"/>
          <p:cNvSpPr txBox="1"/>
          <p:nvPr/>
        </p:nvSpPr>
        <p:spPr>
          <a:xfrm>
            <a:off x="11018519" y="6309359"/>
            <a:ext cx="421889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 / 13</a:t>
            </a:r>
          </a:p>
        </p:txBody>
      </p:sp>
      <p:sp>
        <p:nvSpPr>
          <p:cNvPr id="101" name="Content Placeholder 2"/>
          <p:cNvSpPr txBox="1"/>
          <p:nvPr>
            <p:ph type="body" sz="half" idx="1"/>
          </p:nvPr>
        </p:nvSpPr>
        <p:spPr>
          <a:xfrm>
            <a:off x="457200" y="1600200"/>
            <a:ext cx="5211619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Client: GiftNestCo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Objective: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180473" indent="-180473">
              <a:spcBef>
                <a:spcPts val="400"/>
              </a:spcBef>
              <a:buSzPct val="60000"/>
              <a:buFontTx/>
              <a:buBlip>
                <a:blip r:embed="rId3"/>
              </a:buBlip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 Practice Git &amp; GitHub collaboration</a:t>
            </a:r>
          </a:p>
          <a:p>
            <a:pPr marL="180473" indent="-180473">
              <a:spcBef>
                <a:spcPts val="400"/>
              </a:spcBef>
              <a:buSzPct val="60000"/>
              <a:buFontTx/>
              <a:buBlip>
                <a:blip r:embed="rId3"/>
              </a:buBlip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</a:t>
            </a:r>
            <a:r>
              <a:t> </a:t>
            </a:r>
            <a:r>
              <a:t>Build a static website as a team</a:t>
            </a:r>
          </a:p>
          <a:p>
            <a:pPr marL="180473" indent="-180473">
              <a:spcBef>
                <a:spcPts val="400"/>
              </a:spcBef>
              <a:buSzPct val="60000"/>
              <a:buFontTx/>
              <a:buBlip>
                <a:blip r:embed="rId3"/>
              </a:buBlip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 Use branches, pull requests and deployment</a:t>
            </a:r>
          </a:p>
        </p:txBody>
      </p:sp>
      <p:sp>
        <p:nvSpPr>
          <p:cNvPr id="102" name="Rectangle 3"/>
          <p:cNvSpPr/>
          <p:nvPr/>
        </p:nvSpPr>
        <p:spPr>
          <a:xfrm>
            <a:off x="-34539" y="6381167"/>
            <a:ext cx="12188953" cy="4478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Folder Structure</a:t>
            </a:r>
          </a:p>
        </p:txBody>
      </p:sp>
      <p:sp>
        <p:nvSpPr>
          <p:cNvPr id="10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giftnestco/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├── index.html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├── products.html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├── about.html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├── contact.html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├── css/styles.css</a:t>
            </a:r>
          </a:p>
        </p:txBody>
      </p:sp>
      <p:sp>
        <p:nvSpPr>
          <p:cNvPr id="106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4"/>
          <p:cNvSpPr txBox="1"/>
          <p:nvPr/>
        </p:nvSpPr>
        <p:spPr>
          <a:xfrm>
            <a:off x="11018519" y="6309359"/>
            <a:ext cx="421889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Team &amp; Responsibilities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Prem – Home Page (index.html)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Monesh – Products Page (products.html)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Dharshini – About Us Page (about.html)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Padma – Contact Page (contact.html)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Suganya – CSS Styling, Look &amp; Feel</a:t>
            </a:r>
          </a:p>
        </p:txBody>
      </p:sp>
      <p:sp>
        <p:nvSpPr>
          <p:cNvPr id="111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4"/>
          <p:cNvSpPr txBox="1"/>
          <p:nvPr/>
        </p:nvSpPr>
        <p:spPr>
          <a:xfrm>
            <a:off x="11018519" y="6309359"/>
            <a:ext cx="421889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Git Workflow Followed</a:t>
            </a:r>
          </a:p>
        </p:txBody>
      </p:sp>
      <p:sp>
        <p:nvSpPr>
          <p:cNvPr id="11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Created GitHub repository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Each member created a separate branch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Individual work committed to branches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Pull Requests created/ added as collaborator to the repo</a:t>
            </a:r>
          </a:p>
          <a:p>
            <a: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Code reviewed &amp; merged into main</a:t>
            </a:r>
          </a:p>
        </p:txBody>
      </p:sp>
      <p:sp>
        <p:nvSpPr>
          <p:cNvPr id="116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4"/>
          <p:cNvSpPr txBox="1"/>
          <p:nvPr/>
        </p:nvSpPr>
        <p:spPr>
          <a:xfrm>
            <a:off x="11018519" y="6309359"/>
            <a:ext cx="421889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Home Page – Prem</a:t>
            </a:r>
          </a:p>
        </p:txBody>
      </p:sp>
      <p:sp>
        <p:nvSpPr>
          <p:cNvPr id="12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Hero Section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Featured Section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Product Highlight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(Screenshots of Git commits &amp; PRs to be shown)</a:t>
            </a:r>
          </a:p>
        </p:txBody>
      </p:sp>
      <p:sp>
        <p:nvSpPr>
          <p:cNvPr id="121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4"/>
          <p:cNvSpPr txBox="1"/>
          <p:nvPr/>
        </p:nvSpPr>
        <p:spPr>
          <a:xfrm>
            <a:off x="11018519" y="6309359"/>
            <a:ext cx="421889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Products Page – Monesh</a:t>
            </a:r>
          </a:p>
        </p:txBody>
      </p:sp>
      <p:sp>
        <p:nvSpPr>
          <p:cNvPr id="12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Product listings with price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Order Now buttons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Consistent layout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(Screenshots of branch &amp; merge)</a:t>
            </a:r>
          </a:p>
        </p:txBody>
      </p:sp>
      <p:sp>
        <p:nvSpPr>
          <p:cNvPr id="126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4"/>
          <p:cNvSpPr txBox="1"/>
          <p:nvPr/>
        </p:nvSpPr>
        <p:spPr>
          <a:xfrm>
            <a:off x="11018519" y="6309359"/>
            <a:ext cx="421889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About Us Page – Dharshini</a:t>
            </a:r>
          </a:p>
        </p:txBody>
      </p:sp>
      <p:sp>
        <p:nvSpPr>
          <p:cNvPr id="13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Brand story &amp; mission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Simple, clean content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(Screenshots of GitHub workflow)</a:t>
            </a:r>
          </a:p>
        </p:txBody>
      </p:sp>
      <p:sp>
        <p:nvSpPr>
          <p:cNvPr id="131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4"/>
          <p:cNvSpPr txBox="1"/>
          <p:nvPr/>
        </p:nvSpPr>
        <p:spPr>
          <a:xfrm>
            <a:off x="11018519" y="6309359"/>
            <a:ext cx="421889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Contact Page – Padma</a:t>
            </a:r>
          </a:p>
        </p:txBody>
      </p:sp>
      <p:sp>
        <p:nvSpPr>
          <p:cNvPr id="13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Contact details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Form fields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User interaction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(Screenshots of commits &amp; PRs)</a:t>
            </a:r>
          </a:p>
        </p:txBody>
      </p:sp>
      <p:sp>
        <p:nvSpPr>
          <p:cNvPr id="136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4"/>
          <p:cNvSpPr txBox="1"/>
          <p:nvPr/>
        </p:nvSpPr>
        <p:spPr>
          <a:xfrm>
            <a:off x="11018519" y="6309359"/>
            <a:ext cx="421889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CSS Styling – Suganya</a:t>
            </a:r>
          </a:p>
        </p:txBody>
      </p:sp>
      <p:sp>
        <p:nvSpPr>
          <p:cNvPr id="14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Color palette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Fonts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Layout consistency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Responsive-friendly structure</a:t>
            </a:r>
          </a:p>
        </p:txBody>
      </p:sp>
      <p:sp>
        <p:nvSpPr>
          <p:cNvPr id="141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4"/>
          <p:cNvSpPr txBox="1"/>
          <p:nvPr/>
        </p:nvSpPr>
        <p:spPr>
          <a:xfrm>
            <a:off x="11018519" y="6309359"/>
            <a:ext cx="49252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Deployment Using GitHub Pages</a:t>
            </a:r>
          </a:p>
        </p:txBody>
      </p:sp>
      <p:sp>
        <p:nvSpPr>
          <p:cNvPr id="14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Repository made public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GitHub Pages enabled from main branch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Live URL generated</a:t>
            </a:r>
          </a:p>
        </p:txBody>
      </p:sp>
      <p:sp>
        <p:nvSpPr>
          <p:cNvPr id="146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4"/>
          <p:cNvSpPr txBox="1"/>
          <p:nvPr/>
        </p:nvSpPr>
        <p:spPr>
          <a:xfrm>
            <a:off x="11018519" y="6309359"/>
            <a:ext cx="483095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Final Output</a:t>
            </a:r>
          </a:p>
        </p:txBody>
      </p:sp>
      <p:sp>
        <p:nvSpPr>
          <p:cNvPr id="15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Live Website: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https://suganya-code.github.io/collaborative-static-website/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All team contributions successfully merged</a:t>
            </a:r>
          </a:p>
        </p:txBody>
      </p:sp>
      <p:sp>
        <p:nvSpPr>
          <p:cNvPr id="151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4"/>
          <p:cNvSpPr txBox="1"/>
          <p:nvPr/>
        </p:nvSpPr>
        <p:spPr>
          <a:xfrm>
            <a:off x="11018519" y="6309359"/>
            <a:ext cx="49252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3600">
                <a:solidFill>
                  <a:srgbClr val="8B4513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5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Hands-on experience with: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Git branches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Pull Requests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Team collaboration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Deployment</a:t>
            </a: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2F4F4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Thank You!</a:t>
            </a:r>
          </a:p>
        </p:txBody>
      </p:sp>
      <p:sp>
        <p:nvSpPr>
          <p:cNvPr id="156" name="Rectangle 3"/>
          <p:cNvSpPr/>
          <p:nvPr/>
        </p:nvSpPr>
        <p:spPr>
          <a:xfrm>
            <a:off x="-1" y="6217920"/>
            <a:ext cx="12188954" cy="274321"/>
          </a:xfrm>
          <a:prstGeom prst="rect">
            <a:avLst/>
          </a:prstGeom>
          <a:solidFill>
            <a:srgbClr val="F7E5C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4"/>
          <p:cNvSpPr txBox="1"/>
          <p:nvPr/>
        </p:nvSpPr>
        <p:spPr>
          <a:xfrm>
            <a:off x="11018519" y="6309359"/>
            <a:ext cx="49252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8B451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 /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